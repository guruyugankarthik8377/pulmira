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1179095da4463f" /><Relationship Type="http://schemas.openxmlformats.org/officeDocument/2006/relationships/extended-properties" Target="/docProps/app.xml" Id="Recf15007c7f747c3" /><Relationship Type="http://schemas.openxmlformats.org/officeDocument/2006/relationships/officeDocument" Target="/ppt/presentation.xml" Id="Ra0339ea3993c48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49ba2f489b49bb"/>
  </p:sldMasterIdLst>
  <p:notesMasterIdLst>
    <p:notesMasterId xmlns:r="http://schemas.openxmlformats.org/officeDocument/2006/relationships" r:id="Re0dc4c3bb387497d"/>
  </p:notesMasterIdLst>
  <p:sldIdLst>
    <p:sldId xmlns:r="http://schemas.openxmlformats.org/officeDocument/2006/relationships" id="256" r:id="Rfcd085693c9347e8"/>
    <p:sldId xmlns:r="http://schemas.openxmlformats.org/officeDocument/2006/relationships" id="257" r:id="R1056cbe95ccb4a0b"/>
    <p:sldId xmlns:r="http://schemas.openxmlformats.org/officeDocument/2006/relationships" id="258" r:id="R30186f7c44084a80"/>
    <p:sldId xmlns:r="http://schemas.openxmlformats.org/officeDocument/2006/relationships" id="259" r:id="Rd3bcc177706949c6"/>
    <p:sldId xmlns:r="http://schemas.openxmlformats.org/officeDocument/2006/relationships" id="260" r:id="R5d9bb055f36c4d80"/>
    <p:sldId xmlns:r="http://schemas.openxmlformats.org/officeDocument/2006/relationships" id="261" r:id="R0384bb6c8f9e4e03"/>
    <p:sldId xmlns:r="http://schemas.openxmlformats.org/officeDocument/2006/relationships" id="262" r:id="R40fe2ab802384aad"/>
    <p:sldId xmlns:r="http://schemas.openxmlformats.org/officeDocument/2006/relationships" id="263" r:id="Re0470556f9aa4981"/>
    <p:sldId xmlns:r="http://schemas.openxmlformats.org/officeDocument/2006/relationships" id="264" r:id="Rb48aff04e37d4b90"/>
    <p:sldId xmlns:r="http://schemas.openxmlformats.org/officeDocument/2006/relationships" id="265" r:id="R4d34130b65274890"/>
    <p:sldId xmlns:r="http://schemas.openxmlformats.org/officeDocument/2006/relationships" id="266" r:id="Reafeaccf592449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b761bfaa694f6a" /><Relationship Type="http://schemas.openxmlformats.org/officeDocument/2006/relationships/slideMaster" Target="/ppt/slideMasters/slideMaster1.xml" Id="R5449ba2f489b49bb" /><Relationship Type="http://schemas.openxmlformats.org/officeDocument/2006/relationships/notesMaster" Target="/ppt/notesMasters/notesMaster1.xml" Id="Re0dc4c3bb387497d" /><Relationship Type="http://schemas.openxmlformats.org/officeDocument/2006/relationships/presProps" Target="/ppt/presProps.xml" Id="Rb7c3d2b4c1b84ba4" /><Relationship Type="http://schemas.openxmlformats.org/officeDocument/2006/relationships/tableStyles" Target="/ppt/tableStyles.xml" Id="R165af1c7a6774b53" /><Relationship Type="http://schemas.openxmlformats.org/officeDocument/2006/relationships/slide" Target="/ppt/slides/slide1.xml" Id="Rfcd085693c9347e8" /><Relationship Type="http://schemas.openxmlformats.org/officeDocument/2006/relationships/slide" Target="/ppt/slides/slide2.xml" Id="R1056cbe95ccb4a0b" /><Relationship Type="http://schemas.openxmlformats.org/officeDocument/2006/relationships/slide" Target="/ppt/slides/slide3.xml" Id="R30186f7c44084a80" /><Relationship Type="http://schemas.openxmlformats.org/officeDocument/2006/relationships/slide" Target="/ppt/slides/slide4.xml" Id="Rd3bcc177706949c6" /><Relationship Type="http://schemas.openxmlformats.org/officeDocument/2006/relationships/slide" Target="/ppt/slides/slide5.xml" Id="R5d9bb055f36c4d80" /><Relationship Type="http://schemas.openxmlformats.org/officeDocument/2006/relationships/slide" Target="/ppt/slides/slide6.xml" Id="R0384bb6c8f9e4e03" /><Relationship Type="http://schemas.openxmlformats.org/officeDocument/2006/relationships/slide" Target="/ppt/slides/slide7.xml" Id="R40fe2ab802384aad" /><Relationship Type="http://schemas.openxmlformats.org/officeDocument/2006/relationships/slide" Target="/ppt/slides/slide8.xml" Id="Re0470556f9aa4981" /><Relationship Type="http://schemas.openxmlformats.org/officeDocument/2006/relationships/slide" Target="/ppt/slides/slide9.xml" Id="Rb48aff04e37d4b90" /><Relationship Type="http://schemas.openxmlformats.org/officeDocument/2006/relationships/slide" Target="/ppt/slides/slide10.xml" Id="R4d34130b65274890" /><Relationship Type="http://schemas.openxmlformats.org/officeDocument/2006/relationships/slide" Target="/ppt/slides/slide11.xml" Id="Reafeaccf592449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ebb5a836dc40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817d9912fe408b" /><Relationship Type="http://schemas.openxmlformats.org/officeDocument/2006/relationships/notesMaster" Target="/ppt/notesMasters/notesMaster1.xml" Id="Ra718691db2e24b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c8dfd26c174ca6" /><Relationship Type="http://schemas.openxmlformats.org/officeDocument/2006/relationships/notesMaster" Target="/ppt/notesMasters/notesMaster1.xml" Id="R943907a06fb046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43b34ac6704be4" /><Relationship Type="http://schemas.openxmlformats.org/officeDocument/2006/relationships/notesMaster" Target="/ppt/notesMasters/notesMaster1.xml" Id="R22a20a1029cd4b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24baf24b5c408c" /><Relationship Type="http://schemas.openxmlformats.org/officeDocument/2006/relationships/notesMaster" Target="/ppt/notesMasters/notesMaster1.xml" Id="R385d4184aa1044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be3a2b29c94bd1" /><Relationship Type="http://schemas.openxmlformats.org/officeDocument/2006/relationships/notesMaster" Target="/ppt/notesMasters/notesMaster1.xml" Id="Rfdb73bffdae246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d40013883f4924" /><Relationship Type="http://schemas.openxmlformats.org/officeDocument/2006/relationships/notesMaster" Target="/ppt/notesMasters/notesMaster1.xml" Id="Rf93dd150803141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786faec62b4186" /><Relationship Type="http://schemas.openxmlformats.org/officeDocument/2006/relationships/notesMaster" Target="/ppt/notesMasters/notesMaster1.xml" Id="Raf520234e6f24a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d1ca9da2824fd5" /><Relationship Type="http://schemas.openxmlformats.org/officeDocument/2006/relationships/notesMaster" Target="/ppt/notesMasters/notesMaster1.xml" Id="R44bf8cc5074a48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a72d21418c4e12" /><Relationship Type="http://schemas.openxmlformats.org/officeDocument/2006/relationships/notesMaster" Target="/ppt/notesMasters/notesMaster1.xml" Id="R1f5cd893cf144b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3381cd1243494e" /><Relationship Type="http://schemas.openxmlformats.org/officeDocument/2006/relationships/notesMaster" Target="/ppt/notesMasters/notesMaster1.xml" Id="Rc68b948abd8d4e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fc1f4132d24c80" /><Relationship Type="http://schemas.openxmlformats.org/officeDocument/2006/relationships/notesMaster" Target="/ppt/notesMasters/notesMaster1.xml" Id="R996f625576444c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unresolved data/artwork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4f9b812f44f1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52c8bd940342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3de43e01b41b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4e46236914488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7090d95ba4b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da13ee7f974c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94B6C6-FDB2-43CE-8274-88FCACA162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8521E2-1905-4699-9FA0-54E299DA6C9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EBF6B89-9252-4779-A0EC-4EED02958B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6A787-1E05-488C-B56B-BF22382906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7E271BE-75FD-4E8A-817D-EFDC9E7FBF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B752771-14E5-47ED-A7A6-C14401EAB0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51BD71-F240-4607-B928-085BED583C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F90BEE5-7608-4727-8142-4DF0A8AD5A3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3F74086-A12D-4A3B-8F34-F152086A0D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DF71820-5A29-498C-A73E-B11816F2C0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7c2575944c4d8d" /><Relationship Type="http://schemas.openxmlformats.org/officeDocument/2006/relationships/slideLayout" Target="/ppt/slideLayouts/slideLayout1.xml" Id="Rffd1911673ab4967" /><Relationship Type="http://schemas.openxmlformats.org/officeDocument/2006/relationships/slideLayout" Target="/ppt/slideLayouts/slideLayout2.xml" Id="Ra30f0ad61aba4391" /><Relationship Type="http://schemas.openxmlformats.org/officeDocument/2006/relationships/slideLayout" Target="/ppt/slideLayouts/slideLayout3.xml" Id="R34e8ac211fee4a59" /><Relationship Type="http://schemas.openxmlformats.org/officeDocument/2006/relationships/slideLayout" Target="/ppt/slideLayouts/slideLayout4.xml" Id="Raf5920c6bcd54d11" /><Relationship Type="http://schemas.openxmlformats.org/officeDocument/2006/relationships/slideLayout" Target="/ppt/slideLayouts/slideLayout5.xml" Id="R0fb8617c5653453d" /><Relationship Type="http://schemas.openxmlformats.org/officeDocument/2006/relationships/slideLayout" Target="/ppt/slideLayouts/slideLayout6.xml" Id="R2a4f09e6d8fe47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d1911673ab4967"/>
    <p:sldLayoutId xmlns:r="http://schemas.openxmlformats.org/officeDocument/2006/relationships" id="2147483650" r:id="Ra30f0ad61aba4391"/>
    <p:sldLayoutId xmlns:r="http://schemas.openxmlformats.org/officeDocument/2006/relationships" id="2147483651" r:id="R34e8ac211fee4a59"/>
    <p:sldLayoutId xmlns:r="http://schemas.openxmlformats.org/officeDocument/2006/relationships" id="2147483652" r:id="Raf5920c6bcd54d11"/>
    <p:sldLayoutId xmlns:r="http://schemas.openxmlformats.org/officeDocument/2006/relationships" id="2147483653" r:id="R0fb8617c5653453d"/>
    <p:sldLayoutId xmlns:r="http://schemas.openxmlformats.org/officeDocument/2006/relationships" id="2147483654" r:id="R2a4f09e6d8fe47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47d69ca85b4b19" /><Relationship Type="http://schemas.openxmlformats.org/officeDocument/2006/relationships/notesSlide" Target="/ppt/notesSlides/notesSlide1.xml" Id="R44a5ce0cc2d641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3206c51e7d400d" /><Relationship Type="http://schemas.openxmlformats.org/officeDocument/2006/relationships/notesSlide" Target="/ppt/notesSlides/notesSlide2.xml" Id="R44f2940f90f245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8151e1c5a24a88" /><Relationship Type="http://schemas.openxmlformats.org/officeDocument/2006/relationships/notesSlide" Target="/ppt/notesSlides/notesSlide3.xml" Id="Rff54c59092ea4b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6c66978c954c15" /><Relationship Type="http://schemas.openxmlformats.org/officeDocument/2006/relationships/notesSlide" Target="/ppt/notesSlides/notesSlide4.xml" Id="R8152642e618344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1f9b820a8f4b6b" /><Relationship Type="http://schemas.openxmlformats.org/officeDocument/2006/relationships/notesSlide" Target="/ppt/notesSlides/notesSlide5.xml" Id="Rf15704316b1243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ce167e550347c3" /><Relationship Type="http://schemas.openxmlformats.org/officeDocument/2006/relationships/notesSlide" Target="/ppt/notesSlides/notesSlide6.xml" Id="R6a73bdd6941b4e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fb5b4e91654819" /><Relationship Type="http://schemas.openxmlformats.org/officeDocument/2006/relationships/notesSlide" Target="/ppt/notesSlides/notesSlide7.xml" Id="R2ee3fc86e95947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0eff4e21e54efc" /><Relationship Type="http://schemas.openxmlformats.org/officeDocument/2006/relationships/notesSlide" Target="/ppt/notesSlides/notesSlide8.xml" Id="R31bc83d7b10e4e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6a8bdcc7074d36" /><Relationship Type="http://schemas.openxmlformats.org/officeDocument/2006/relationships/notesSlide" Target="/ppt/notesSlides/notesSlide9.xml" Id="R25a39fb12a4f49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b8fb45c49f4717" /><Relationship Type="http://schemas.openxmlformats.org/officeDocument/2006/relationships/notesSlide" Target="/ppt/notesSlides/notesSlide10.xml" Id="R9f69a90449454e3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310be8284d4ede" /><Relationship Type="http://schemas.openxmlformats.org/officeDocument/2006/relationships/notesSlide" Target="/ppt/notesSlides/notesSlide11.xml" Id="Rfc707fd1f5f749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A5228-E448-4744-AAF3-06C961B5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Pulmira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49707-70CA-4761-93C6-165F8E95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B2909-CF70-4F90-821D-7CD6694F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8F860-6D3E-41A3-99F3-E2229DDB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7660B9"/>
                </a:solidFill>
                <a:latin typeface="Arial"/>
                <a:ea typeface="Arial"/>
                <a:cs typeface="Arial"/>
              </a:rPr>
              <a:t>An observation-led respiratory digital twin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E3C48-995D-4E72-AF4A-9C1101A8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COPD monitoring research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7D875-AC93-48F8-891B-0A6F803F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Guruyugan Karthik</a:t>
            </a:r>
          </a:p>
          <a:p xmlns:a="http://schemas.openxmlformats.org/drawingml/2006/main">
            <a: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Harishram B</a:t>
            </a:r>
          </a:p>
          <a:p xmlns:a="http://schemas.openxmlformats.org/drawingml/2006/main">
            <a: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Harihara Srinivas 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45D5D-2DC7-4C9B-9DC3-6CA784D5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3402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Chennai Institute of Technology</a:t>
            </a:r>
          </a:p>
        </p:txBody>
      </p:sp>
    </p:spTree>
    <p:extLst>
      <p:ext uri="{BB962C8B-B14F-4D97-AF65-F5344CB8AC3E}">
        <p14:creationId xmlns:p14="http://schemas.microsoft.com/office/powerpoint/2010/main" val="5266537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B9265-8626-4ABD-8A07-59492FB4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monitoring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5656C-979D-402A-AD3A-C5261C08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23E63-D30C-4B37-898D-C1A09E98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DF46A-F63B-480B-9B9C-360441B9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Respiratory observations arrive from different contexts and clocks.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27C32-1734-4DFD-941F-B19FF3BA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Sparse or stale readings can hide behind a single dashboard score.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32D7B-A238-41E5-860B-2D9609D4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Useful review needs visible coverage and patient-specific history.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049E4-9CD6-482D-A0ED-E5712ECE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Event-linked data must support claims of clinical prediction.</a:t>
            </a:r>
          </a:p>
        </p:txBody>
      </p:sp>
    </p:spTree>
    <p:extLst>
      <p:ext uri="{BB962C8B-B14F-4D97-AF65-F5344CB8AC3E}">
        <p14:creationId xmlns:p14="http://schemas.microsoft.com/office/powerpoint/2010/main" val="8377709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10577-DAF0-4945-8D7F-CFA55713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Healthcare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7CF3E-AC03-4F4C-BE7D-6DDE5CD3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93EED-181E-49CC-B743-C295FC36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52228-2C13-40BE-A368-D0213688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A reviewer examines available observations and their source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E1362-3961-430C-98D4-BDAFFDCB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workspace shows history, missingness and descriptive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72404-FB64-470F-8A34-0C463E7A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A fictional patient submits symptom check-ins to the local ledger.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E3762-C33C-4DA6-8FA1-B719ED32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Reports preserve the selected historical decision and provenance.</a:t>
            </a:r>
          </a:p>
        </p:txBody>
      </p:sp>
    </p:spTree>
    <p:extLst>
      <p:ext uri="{BB962C8B-B14F-4D97-AF65-F5344CB8AC3E}">
        <p14:creationId xmlns:p14="http://schemas.microsoft.com/office/powerpoint/2010/main" val="10693742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2219BC-6D6D-48C1-846D-98000807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Integrated application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9D11DB-FF8A-42B2-87CA-C243BEF0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756449-0D0F-4BF3-A756-50349FC2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8D500-B60C-42AB-91B4-F3E3EFF3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679BF-8425-4B6B-AE21-F2836F87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2407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React frontend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Workspace and exports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8A87D7-F5F2-4229-994D-529D86DE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8AD1D-ABCC-4E57-BBA1-9C7F8B11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2407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FastAPI service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Roles and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25BB32-FC08-4DEA-9DD7-4DEA22DC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526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2BF99A-A31B-4582-B21D-B4E037D7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2407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SQLite local ledger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Persistent receipts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B6E26-A6E8-4D71-960D-CDCA93B8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05B0B-EFA1-4114-87D6-6EB02779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Observed-state engine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Two clocks, source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E1CCB-BD29-4CA4-9BA9-908DBA4E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3387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F29C0-E3AC-41C3-B4EC-82435733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0532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Seven-day formula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Projected change points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A72CBE-19E1-4693-9032-99729DEE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3387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53FE85-9106-498F-8596-943DFBF9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0532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Independent engines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Simulator and next-day ML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CDABF5-D9D1-4A94-9AF2-605A3070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81250"/>
            <a:ext cx="514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E08AEA-D32B-4CC6-A69F-E0D16273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514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49F262-6A94-48A0-B447-CAF1F802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48000"/>
            <a:ext cx="190500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690CC9-C9FF-4C03-B810-E8E80831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71875"/>
            <a:ext cx="777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563D4-FEF6-4B87-8CEF-2BD9FD7D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71875"/>
            <a:ext cx="190500" cy="666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E5AA0E-4EDA-4414-8535-2ECB16B7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71875"/>
            <a:ext cx="190500" cy="666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514E61-19D6-4DA8-AB71-90BAC60F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571875"/>
            <a:ext cx="190500" cy="666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A0AB0F-59DE-4228-A60E-59668CD7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The API calls each engine independently. Public inputs are fictional.</a:t>
            </a:r>
          </a:p>
        </p:txBody>
      </p:sp>
    </p:spTree>
    <p:extLst>
      <p:ext uri="{BB962C8B-B14F-4D97-AF65-F5344CB8AC3E}">
        <p14:creationId xmlns:p14="http://schemas.microsoft.com/office/powerpoint/2010/main" val="7327127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803E2C-6DB4-4F70-A415-8D73C076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Seven-day formula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F3907-A7C1-4172-94D2-EBF10413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827EC-A937-4977-8872-521E7250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2B3BA-F2FB-448E-A01D-0D323994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Eligible recent history drives robust, bounded trend projections.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0B73A2-9C62-4E0E-8D67-060E428F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Declared weights combine vital changes with recent symptom answers.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C26DD-CF66-4C5B-B5B1-04BF3521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display reports seven future dates with 0-100 change points.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4E75B-390E-4360-A740-17FBEE9C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Unknown inputs widen the possible range. Predictive accuracy is unestablished.</a:t>
            </a:r>
          </a:p>
        </p:txBody>
      </p:sp>
    </p:spTree>
    <p:extLst>
      <p:ext uri="{BB962C8B-B14F-4D97-AF65-F5344CB8AC3E}">
        <p14:creationId xmlns:p14="http://schemas.microsoft.com/office/powerpoint/2010/main" val="9786847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CB262-F9A4-4CD7-A903-32C5636B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Separate next-day ML experiment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807E1-9CDA-4A45-A3A1-6C81F86E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232FE-78F1-41CA-AE84-8DC26A0B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45253-9E92-4AB6-9919-9ADA8FD7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Target: next-day simulated recorded SpO2 below 90%.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EF283-389A-4FCE-A1EA-474F6200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Histogram gradient boosting uses 102 current, past and static features.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4A0548-8517-437E-99F8-E451E6FC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Fictional base profiles: 480 training, 160 validation, 160 held-out test.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53109-6C4F-4994-9566-6E60E035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validation-selected threshold stays frozen for test evaluation.</a:t>
            </a:r>
          </a:p>
        </p:txBody>
      </p:sp>
    </p:spTree>
    <p:extLst>
      <p:ext uri="{BB962C8B-B14F-4D97-AF65-F5344CB8AC3E}">
        <p14:creationId xmlns:p14="http://schemas.microsoft.com/office/powerpoint/2010/main" val="8011439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8BA45-0479-4F3E-9EDE-8044A12C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Synthetic results and their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79E26B-DD99-449D-BD56-2BDF3924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C08EB-B2EB-45A3-829C-B115FE34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7C6CF-47E8-41E6-8D20-E446917F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95.25% accuracy on 17,442 evaluable synthetic days.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DEE20-BB2C-4E07-B227-580EE289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87.23% always-no-warning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083CD-3B91-4906-B0E5-B154E9B9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84.38% precision / 77.11% recall / 84.70% runtime coverage.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13616-8DE1-4018-8CF2-A15C8435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Newly low-state recall is only 13.48%. Clinical validity remains unestablished.</a:t>
            </a:r>
          </a:p>
        </p:txBody>
      </p:sp>
    </p:spTree>
    <p:extLst>
      <p:ext uri="{BB962C8B-B14F-4D97-AF65-F5344CB8AC3E}">
        <p14:creationId xmlns:p14="http://schemas.microsoft.com/office/powerpoint/2010/main" val="1261973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583D4-B7BA-429F-9802-3446BD54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Fictional scenario simulation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3326D-7FA2-4BCE-8165-999706AE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3EE19-EBA1-4403-84F3-A8301F34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BA3AA-8D3F-4D86-BF5F-BEB8DB58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Sixteen scenarios vary declared engineering assumptions.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F1165-3DE1-4709-9698-E2325CA7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Reference and variant runs share keyed exogenous streams.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394D5-041A-4DE6-B46A-19A9B738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Hash checks guard the frozen generator and parameter package.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C2368-6C45-4455-81D5-1ACDD2A4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API returns observed channels and discards private future labels.</a:t>
            </a:r>
          </a:p>
        </p:txBody>
      </p:sp>
    </p:spTree>
    <p:extLst>
      <p:ext uri="{BB962C8B-B14F-4D97-AF65-F5344CB8AC3E}">
        <p14:creationId xmlns:p14="http://schemas.microsoft.com/office/powerpoint/2010/main" val="13574178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C73BE-392F-47BB-9C09-804C876A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Public data and security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36C2F-51B4-4E76-98EF-C609DAA1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7E03CF-91FF-4896-AC89-D2C9D3C4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59EAD-D2AB-44D5-A543-4A9785F1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public default uses explicitly fictional monitoring observations.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B4238-7CBB-487A-9125-392C6B44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Real-person observations, local databases and secrets stay outside Git.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2072E-2191-465E-B735-5A79FAB6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Runtime signing secrets are generated locally and ignored by Git.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F96E3-9234-42D1-9B87-27B0C51B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Dataset and inherited artwork attribution still require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151719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5CCCC6-CAD9-4C1C-8941-E725FD09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Implemented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3EC72C-62EE-4CD3-AB20-C4AA6355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6B25D2-F871-4AAB-9F12-9072BC07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A14D8-C559-41AC-81DC-910C844B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Frontend, backend, Python engines and portable model run together locally.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66C2B-A1B8-47F9-B682-B6D6BE79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workspace supports history, coverage, outlook and review workflows.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07DF3-8A94-40F1-8644-893229F7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PDF summaries and CSV analysis exports complement technical JSON.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5E779-322D-4140-9A0A-C130CDD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Software checks verify behaviour and integrity. Clinical validation remains open.</a:t>
            </a:r>
          </a:p>
        </p:txBody>
      </p:sp>
    </p:spTree>
    <p:extLst>
      <p:ext uri="{BB962C8B-B14F-4D97-AF65-F5344CB8AC3E}">
        <p14:creationId xmlns:p14="http://schemas.microsoft.com/office/powerpoint/2010/main" val="8956691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53BF02-6D29-4449-BD51-DA719D95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Validation and submission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F2C54-3A00-4A3E-81BA-0AABAE6C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4013D-9EEE-42D9-AF7F-BB005129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881B3-29C6-4E57-B7D2-E3976FCC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Upload the narrated 15-20 minute demo to YouTube as Unlisted.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951BA-BAA9-4C3C-8903-87148D53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Confirm the original Kaggle dataset and inherited artwork rights.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6BB2B-E669-4061-857F-1B2690B9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Acquire event-linked observations with verified timing and surveillance.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E4ECB-D4DF-42B6-96EE-75A06C2E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Predeclare a patient-separated study, then assess incident recall and calibration.</a:t>
            </a:r>
          </a:p>
        </p:txBody>
      </p:sp>
    </p:spTree>
    <p:extLst>
      <p:ext uri="{BB962C8B-B14F-4D97-AF65-F5344CB8AC3E}">
        <p14:creationId xmlns:p14="http://schemas.microsoft.com/office/powerpoint/2010/main" val="89868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2026-10-19T04:20:09.0650000Z</dcterms:created>
  <dcterms:modified xsi:type="dcterms:W3CDTF">2026-10-19T04:20:09.0650000Z</dcterms:modified>
</coreProperties>
</file>